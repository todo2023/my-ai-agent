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全13回（デモ＋本編12回）第12回・AI実践・総仕上げ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AIとの付き合い方をアップデートし続ける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型は、自分でメンテナンスするもの。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全12回の総仕上げ。ここまでの型を、自分専用のチェックリストにまとめます。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講座終了後も、自分で問いの立て方・AIの使い方を更新し続ける仕組みを持つ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この講座で扱ってきた型は、身につけて終わりではなく、使い続けながら自分で更新していくもの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AIの使い方は変化していくため、定期的に自分のやり方を見直す習慣が必要になる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第12回｜AIとの付き合い方をアップデートし続ける（AI実践・総仕上げ）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型を、自分用に言語化し直す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これまでの型の棚卸し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問いを磨く、AIに任せる範囲を決める、厳しくレビューさせる、などをまとめて振り返る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更新し続ける習慣づくり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講座終了後も、定期的に自分のやり方を見直すための簡単な仕組みを作る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第12回｜AIとの付き合い方をアップデートし続ける（AI実践・総仕上げ）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総仕上げ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身につけて終わり、にしない。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身につけて終わり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講座で学んだ型を、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そのまま使い続ける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自分で更新し続ける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型を定期的に見直し、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自分用にアップデートする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この講座が伝えてきた「問いを磨く」姿勢を、講座の外でも続けていくための最後の一歩。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第12回｜AIとの付き合い方をアップデートし続ける（AI実践・総仕上げ）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自分専用のチェックリストを作る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第1回〜第11回で身につけた型を振り返る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自分が特に使えそうな型を選び、「問い×AI活用チェックリスト」として1枚にまとめる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第10回で作った成果物を、チェックリストを使ってもう一段仕上げる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自分専用のチェックリスト＋成果物の最終版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第12回｜AIとの付き合い方をアップデートし続ける（AI実践・総仕上げ）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型は身につけて終わりではなく、自分で更新し続けるもの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定期的な見直しの習慣が、AIとの付き合い方を古くさせない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成果物とチェックリストは、そのままポートフォリオとして使っていく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講座修了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全13回（デモ＋本編12回）、お疲れさまでした。成果物とチェックリストは、今後も磨き続けてください。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2026-09-01T08:15:26Z</dcterms:created>
  <dcterms:modified xsi:type="dcterms:W3CDTF">2026-09-01T08:15:26Z</dcterms:modified>
</cp:coreProperties>
</file>