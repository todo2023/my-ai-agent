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全13回（デモ＋本編12回）第7回・思考力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結論から書く・話す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「共感しました」で終わる文章は、誰にでも書ける。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これまで集めた材料を、伝わる文章に変えていきます。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結論を「話しながら探す」のではなく「決めてから話す」ができるようになる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結論を探しながら話すと、だいたい話が迷走する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先に結論を決め、根拠→締めの順で組み立てると伝わりやすくなる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第7回｜結論から書く・話す（思考力）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結論ファーストの基本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ピラミッド構造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結論を頂点に置き、根拠がそれを支える形で組み立てる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「共感しました」が弱い理由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誰にでも書ける文章になってしまい、独自性が伝わらない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第7回｜結論から書く・話す（思考力）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添削ビフォーアフター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就活相談でよく見る一文。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よくある一文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「御社の企業理念に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共感しました」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結論ファーストの一文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「入社後、この意思決定に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自分の強みをどう使うか」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「共感した」で終わる文章は、誰にでも書けてしまう。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第7回｜結論から書く・話す（思考力）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自分の一文を結論ファーストで書き直す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自分のES・提案書・レポートの中から一文を選ぶ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その一文を、結論を先に置く形で書き直す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書き直した一文を読み返し、誰にでも書ける文章になっていないか確認する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書き直した一文（次回、添削対象になる）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第7回｜結論から書く・話す（思考力）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結論は話しながら探すのではなく、決めてから話す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ピラミッド構造で、結論→根拠の順に組み立てる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「共感しました」で終わる文章は、誰にでも書けてしまう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次回予告｜第8回：文章生成・提案書支援のAI活用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今回書き直した一文を、AIにさらに磨かせます。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2026-09-01T08:09:41Z</dcterms:created>
  <dcterms:modified xsi:type="dcterms:W3CDTF">2026-09-01T08:09:41Z</dcterms:modified>
</cp:coreProperties>
</file>