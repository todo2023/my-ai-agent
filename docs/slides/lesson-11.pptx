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2A3242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743200" cy="2743200"/>
          </a:xfrm>
          <a:prstGeom prst="ellipse">
            <a:avLst/>
          </a:prstGeom>
          <a:solidFill>
            <a:srgbClr val="2A324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188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全13回（デモ＋本編12回）第11回・思考力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600200"/>
            <a:ext cx="10241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フィードバックを力に変える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4290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8CFC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指摘は、否定ではなく仮説。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4160520"/>
            <a:ext cx="457200" cy="36576"/>
          </a:xfrm>
          <a:prstGeom prst="rect">
            <a:avLst/>
          </a:prstGeom>
          <a:solidFill>
            <a:srgbClr val="AD352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4343400"/>
            <a:ext cx="8869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7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オフィスアワー・添削でのやり取りそのものを、教材として振り返ります。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7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この資料は動画のかわりに、自分のペースで進めるスライドです。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D3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目的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700" b="1" dirty="0">
                <a:solidFill>
                  <a:srgbClr val="20242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他者からの指摘・添削を、次の問いの精度を上げる材料として使えるようになる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10515600" cy="3291840"/>
          </a:xfrm>
          <a:prstGeom prst="roundRect">
            <a:avLst>
              <a:gd name="adj" fmla="val 2778"/>
            </a:avLst>
          </a:prstGeom>
          <a:solidFill>
            <a:srgbClr val="E9EBF1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788920"/>
            <a:ext cx="109728" cy="109728"/>
          </a:xfrm>
          <a:prstGeom prst="ellipse">
            <a:avLst/>
          </a:prstGeom>
          <a:solidFill>
            <a:srgbClr val="AD352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34440" y="26974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指摘をそのまま「否定された」と受け取ると、そこで思考が止まってしまう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60120" y="3566160"/>
            <a:ext cx="109728" cy="109728"/>
          </a:xfrm>
          <a:prstGeom prst="ellipse">
            <a:avLst/>
          </a:prstGeom>
          <a:solidFill>
            <a:srgbClr val="AD352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234440" y="34747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指摘は「次に確かめるべき仮説」として捉え直すことで、そのまま次の問いにつながる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第11回｜フィードバックを力に変える（思考力）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D3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扱う内容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242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フィードバックの受け取り方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10515600" cy="1600200"/>
          </a:xfrm>
          <a:prstGeom prst="roundRect">
            <a:avLst>
              <a:gd name="adj" fmla="val 5714"/>
            </a:avLst>
          </a:prstGeom>
          <a:solidFill>
            <a:srgbClr val="E9EBF1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670048"/>
            <a:ext cx="457200" cy="457200"/>
          </a:xfrm>
          <a:prstGeom prst="ellipse">
            <a:avLst/>
          </a:prstGeom>
          <a:solidFill>
            <a:srgbClr val="1B21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2670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304288"/>
            <a:ext cx="9235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242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感情ではなく構造で整理する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880360"/>
            <a:ext cx="9235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何を指摘されたか／なぜそう指摘されたか／次にどう直すかに分けて捉える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931920"/>
            <a:ext cx="10515600" cy="1600200"/>
          </a:xfrm>
          <a:prstGeom prst="roundRect">
            <a:avLst>
              <a:gd name="adj" fmla="val 5714"/>
            </a:avLst>
          </a:prstGeom>
          <a:solidFill>
            <a:srgbClr val="E9EBF1"/>
          </a:solidFill>
          <a:ln/>
        </p:spPr>
      </p:sp>
      <p:sp>
        <p:nvSpPr>
          <p:cNvPr id="10" name="Shape 8"/>
          <p:cNvSpPr/>
          <p:nvPr/>
        </p:nvSpPr>
        <p:spPr>
          <a:xfrm>
            <a:off x="960120" y="4498848"/>
            <a:ext cx="457200" cy="457200"/>
          </a:xfrm>
          <a:prstGeom prst="ellipse">
            <a:avLst/>
          </a:prstGeom>
          <a:solidFill>
            <a:srgbClr val="1B213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4498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4133088"/>
            <a:ext cx="9235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242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指摘を仮説として扱う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4709160"/>
            <a:ext cx="9235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「間違っていた」ではなく「検証すべき点が見つかった」と捉え直す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第11回｜フィードバックを力に変える（思考力）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考え方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指摘の受け取り方を変える。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2A324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97280" y="2240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否定として受け取る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65176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C7CCD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「ダメだと言われた」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C7CCD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で思考が止まる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309360" y="201168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AD352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83680" y="2240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3D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仮説として受け取る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265176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「ここを確かめれば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もっと良くなる」と捉える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5720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7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指摘を構造で分解すると、感情に振り回されずに次の一手が見えてくる。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第11回｜フィードバックを力に変える（思考力）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D3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ワーク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42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受けた指摘を構造で整理し直す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438912" cy="438912"/>
          </a:xfrm>
          <a:prstGeom prst="ellipse">
            <a:avLst/>
          </a:prstGeom>
          <a:solidFill>
            <a:srgbClr val="1B213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9659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984248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これまでの回でオフィスアワー・添削・Slackを通じて受けた指摘を1つ選ぶ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834640"/>
            <a:ext cx="438912" cy="438912"/>
          </a:xfrm>
          <a:prstGeom prst="ellipse">
            <a:avLst/>
          </a:prstGeom>
          <a:solidFill>
            <a:srgbClr val="1B213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8346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852928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「何を指摘されたか／なぜそう指摘されたか／次にどう直すか」の3つに分けて整理する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3703320"/>
            <a:ext cx="438912" cy="438912"/>
          </a:xfrm>
          <a:prstGeom prst="ellipse">
            <a:avLst/>
          </a:prstGeom>
          <a:solidFill>
            <a:srgbClr val="1B213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37033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3721608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整理した内容をもとに、実際に次の一手を1つ決める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4709160"/>
            <a:ext cx="10515600" cy="960120"/>
          </a:xfrm>
          <a:prstGeom prst="roundRect">
            <a:avLst>
              <a:gd name="adj" fmla="val 9524"/>
            </a:avLst>
          </a:prstGeom>
          <a:solidFill>
            <a:srgbClr val="F2E4E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484632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872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アウトプット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512064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フィードバック整理シート（指摘・理由・次の一手）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第11回｜フィードバックを力に変える（思考力）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389120"/>
            <a:ext cx="4114800" cy="4114800"/>
          </a:xfrm>
          <a:prstGeom prst="ellipse">
            <a:avLst/>
          </a:prstGeom>
          <a:solidFill>
            <a:srgbClr val="2A324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731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まとめ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325880"/>
            <a:ext cx="109728" cy="109728"/>
          </a:xfrm>
          <a:prstGeom prst="ellipse">
            <a:avLst/>
          </a:prstGeom>
          <a:solidFill>
            <a:srgbClr val="AD352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123444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4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指摘は否定ではなく、次に確かめるべき仮説として受け取る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2103120"/>
            <a:ext cx="109728" cy="109728"/>
          </a:xfrm>
          <a:prstGeom prst="ellipse">
            <a:avLst/>
          </a:prstGeom>
          <a:solidFill>
            <a:srgbClr val="AD352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43000" y="201168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4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感情ではなく構造で整理すると、次の一手が見えてくる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2880360"/>
            <a:ext cx="109728" cy="109728"/>
          </a:xfrm>
          <a:prstGeom prst="ellipse">
            <a:avLst/>
          </a:prstGeom>
          <a:solidFill>
            <a:srgbClr val="AD352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43000" y="278892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4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フィードバックを受け取る力も、問いを立てる力の一部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" y="3703320"/>
            <a:ext cx="10332720" cy="0"/>
          </a:xfrm>
          <a:prstGeom prst="line">
            <a:avLst/>
          </a:prstGeom>
          <a:noFill/>
          <a:ln w="19050">
            <a:solidFill>
              <a:srgbClr val="2A324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39319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D352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次回予告｜第12回：AIとの付き合い方をアップデートし続ける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3891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7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この講座で身につけた型を、自分専用のチェックリストにまとめる最終回です。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2026-09-01T08:15:26Z</dcterms:created>
  <dcterms:modified xsi:type="dcterms:W3CDTF">2026-09-01T08:15:26Z</dcterms:modified>
</cp:coreProperties>
</file>