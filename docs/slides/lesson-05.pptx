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A3242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2A3242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全13回（デモ＋本編12回）第5回・思考力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830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リサーチ設計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D8CFC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情報を集める力と、問いを立てる力は別物。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3886200"/>
            <a:ext cx="457200" cy="36576"/>
          </a:xfrm>
          <a:prstGeom prst="rect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22960" y="40690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どこまでAIやネットで足り、どこから人に聞くべきかを設計します。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この資料は動画のかわりに、自分のペースで進めるスライドです。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D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一次情報と二次情報の使い分けができるようになる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0515600" cy="3291840"/>
          </a:xfrm>
          <a:prstGeom prst="roundRect">
            <a:avLst>
              <a:gd name="adj" fmla="val 2778"/>
            </a:avLst>
          </a:prstGeom>
          <a:solidFill>
            <a:srgbClr val="E9EBF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0120" y="278892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234440" y="2697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情報を集める力があっても、問いを立てる力がなければ意味がない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60120" y="356616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1234440" y="34747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どこまでAI・ネット情報で足り、どこから人に聞く必要があるかを見極める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第5回｜リサーチ設計（思考力）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D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扱う内容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リサーチの範囲を仕分ける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515600" cy="1600200"/>
          </a:xfrm>
          <a:prstGeom prst="roundRect">
            <a:avLst>
              <a:gd name="adj" fmla="val 5714"/>
            </a:avLst>
          </a:prstGeom>
          <a:solidFill>
            <a:srgbClr val="E9EBF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0120" y="2670048"/>
            <a:ext cx="457200" cy="457200"/>
          </a:xfrm>
          <a:prstGeom prst="ellipse">
            <a:avLst/>
          </a:prstGeom>
          <a:solidFill>
            <a:srgbClr val="1B2130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60120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304288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AI・ネットで足りる範囲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880360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既に言語化・公開されている情報の整理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10515600" cy="1600200"/>
          </a:xfrm>
          <a:prstGeom prst="roundRect">
            <a:avLst>
              <a:gd name="adj" fmla="val 5714"/>
            </a:avLst>
          </a:prstGeom>
          <a:solidFill>
            <a:srgbClr val="E9EBF1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60120" y="4498848"/>
            <a:ext cx="457200" cy="457200"/>
          </a:xfrm>
          <a:prstGeom prst="ellipse">
            <a:avLst/>
          </a:prstGeom>
          <a:solidFill>
            <a:srgbClr val="1B2130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96012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4133088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人に聞くべき範囲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4709160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現場の勘・経験など、まだ言語化されていない情報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第5回｜リサーチ設計（思考力）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考え方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情報収集力と問いを立てる力は、別スキル。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2A3242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109728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情報を集める力だけ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6517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7CCD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たくさん調べたが、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7CCD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何が言いたいか分からない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309360" y="201168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58368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問いを立てる力も使う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6517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何を明らかにしたいかが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先に決まっている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572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情報を集める前に、何を知りたいかという問いを先に固めておく。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第5回｜リサーチ設計（思考力）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D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ワーク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4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リサーチ範囲を仕分ける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438912" cy="438912"/>
          </a:xfrm>
          <a:prstGeom prst="ellipse">
            <a:avLst/>
          </a:prstGeom>
          <a:solidFill>
            <a:srgbClr val="1B2130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98424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自分のテーマについて、AIやネットで調べられる範囲をリストアップする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438912" cy="438912"/>
          </a:xfrm>
          <a:prstGeom prst="ellipse">
            <a:avLst/>
          </a:prstGeom>
          <a:solidFill>
            <a:srgbClr val="1B2130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40080" y="2834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85292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現場の人に聞かないと分からない範囲を別にリストアップする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438912" cy="438912"/>
          </a:xfrm>
          <a:prstGeom prst="ellipse">
            <a:avLst/>
          </a:prstGeom>
          <a:solidFill>
            <a:srgbClr val="1B2130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40080" y="3703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72160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両方を1枚のリサーチ計画としてまとめる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70916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F2E4E0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914400" y="484632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7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アウトプット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51206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リサーチ計画（AI活用範囲／人への確認範囲の一覧）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第5回｜リサーチ設計（思考力）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2A3242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82296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1143000" y="123444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4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情報を集める力と、問いを立てる力は別物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1143000" y="201168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4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AI・ネットで足りる範囲と、人に聞くべき範囲を仕分けることが第一歩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880360"/>
            <a:ext cx="109728" cy="109728"/>
          </a:xfrm>
          <a:prstGeom prst="ellipse">
            <a:avLst/>
          </a:prstGeom>
          <a:solidFill>
            <a:srgbClr val="AD3527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143000" y="278892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4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リサーチの前に、何を知りたいかを明確にしておく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703320"/>
            <a:ext cx="10332720" cy="0"/>
          </a:xfrm>
          <a:prstGeom prst="line">
            <a:avLst/>
          </a:prstGeom>
          <a:noFill/>
          <a:ln w="19050">
            <a:solidFill>
              <a:srgbClr val="2A324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22960" y="3931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D352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次回予告｜第6回：データ整理・分析のAI活用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3891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7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集めたデータをAIで整理し、意思決定に使える形にします。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2026-09-01T08:09:41Z</dcterms:created>
  <dcterms:modified xsi:type="dcterms:W3CDTF">2026-09-01T08:09:41Z</dcterms:modified>
</cp:coreProperties>
</file>