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全13回（デモ＋本編12回）第9回・思考力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発表・アウトプット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D8CFC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話しながら探すのではなく、決めてから話す。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457200" cy="36576"/>
          </a:xfrm>
          <a:prstGeom prst="rect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40690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これまで作ってきた問い・仮説・文章を、発表用の形にまとめます。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この資料は動画のかわりに、自分のペースで進めるスライドです。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これまで作ってきたものを、人に伝わる形にまとめる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0515600" cy="3291840"/>
          </a:xfrm>
          <a:prstGeom prst="roundRect">
            <a:avLst>
              <a:gd name="adj" fmla="val 2778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78892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234440" y="2697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良い中身があっても、伝わる構成でなければ評価されない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" y="356616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234440" y="3474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聞き手が何を評価しているかを意識した構成づくりが必要になる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第9回｜発表・アウトプット（思考力）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扱う内容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伝わる発表の作り方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515600" cy="1600200"/>
          </a:xfrm>
          <a:prstGeom prst="roundRect">
            <a:avLst>
              <a:gd name="adj" fmla="val 5714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670048"/>
            <a:ext cx="457200" cy="457200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6012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0428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結論ファーストの発表構成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8803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話しながら結論を探す発表は、聞き手を迷わせる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10515600" cy="1600200"/>
          </a:xfrm>
          <a:prstGeom prst="roundRect">
            <a:avLst>
              <a:gd name="adj" fmla="val 5714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60120" y="4498848"/>
            <a:ext cx="457200" cy="457200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6012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413308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聞き手が評価する点を意識する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47091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採用担当・教授・上司が何を見ているかを踏まえて構成する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第9回｜発表・アウトプット（思考力）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構成の型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結論→根拠→締め、の順で組み立てる。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972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探しながら話す構成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51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7CCD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背景→経緯→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7CCD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結論はいつの間にか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201168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5836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決めてから話す構成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651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結論→根拠→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締めの順で伝える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572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結論を最初に決めてから、それを支える根拠を並べる。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第9回｜発表・アウトプット（思考力）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ワーク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発表用の構成を組み立てる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98424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第7回・第8回で磨いた文章を、発表のベースとして用意する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85292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結論→根拠→締めの順に構成を組み立てる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0080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7216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スライド1〜2枚分の骨子として書き出す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2E4E0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14400" y="48463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7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アウトプット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1206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発表用の構成メモ、またはスライド1〜2枚分の骨子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第9回｜発表・アウトプット（思考力）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143000" y="12344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良い中身も、伝わる構成がなければ評価されない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143000" y="201168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結論→根拠→締めの順で組み立てる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143000" y="27889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聞き手が何を評価しているかを意識する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10332720" cy="0"/>
          </a:xfrm>
          <a:prstGeom prst="line">
            <a:avLst/>
          </a:prstGeom>
          <a:noFill/>
          <a:ln w="19050">
            <a:solidFill>
              <a:srgbClr val="2A324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35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次回予告｜第10回：自動化・ミニ制作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89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思考力とAI実践を統合し、成果物を完成させる最終回です。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2026-09-01T08:09:41Z</dcterms:created>
  <dcterms:modified xsi:type="dcterms:W3CDTF">2026-09-01T08:09:41Z</dcterms:modified>
</cp:coreProperties>
</file>