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全13回（デモ＋本編12回）第10回・AI実践・総仕上げ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自動化・ミニ制作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安易に調べて、安易に使わない。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全10回の総仕上げ。思考力とAI実践を統合し、成果物を完成させます。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思考力とAI実践の統合として、簡単な自動化・ミニ制作を自分の手で動かす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この講座全体で伝えてきたのは、「安易に調べて安易に使う」のではなく、自分で要件を考えてからAIに任せるという姿勢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最終回では、それを実際に手を動かして体感する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第10回｜自動化・ミニ制作（AI実践・総仕上げ）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自動化・ミニ制作の考え方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身近な繰り返し作業の自動化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フォーム集計・リマインダーなど、AIでどこまで自動化できるかの実例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この講座全体の総復習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自分で要件を考えてから、AIに任せるという一貫した姿勢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第10回｜自動化・ミニ制作（AI実践・総仕上げ）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総仕上げ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問いを立てる→AIに任せる、の総復習。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安易に調べて、安易に使う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AIに聞いて、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そのまま採用する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自分で決めてから、AIに任せる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要件を自分で考えてから、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AIに実行を任せる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第1回から続けてきた「問いを磨く」姿勢を、最後にもう一度確認する。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第10回｜自動化・ミニ制作（AI実践・総仕上げ）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簡単な自動化・ミニ制作を試作する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自分のテーマに関連する簡単な自動化・ミニ制作を1つ試作する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難しければ、第9回の成果物をAIでさらに仕上げる作業でもよい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完成した成果物を、発表・共有できる形に整える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完成した成果物（ES・提案書・研究計画・簡易ツールなど、本人のテーマに応じたもの）の最終版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第10回｜自動化・ミニ制作（AI実践・総仕上げ）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思考力とAI実践は、分けるものではなく統合するもの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自分で要件を考えてから、AIに任せる姿勢を最後まで貫く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完成した成果物は、就活・研究・事業のポートフォリオとして使っていく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講座修了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全11回、お疲れさまでした。完成した成果物は、ポートフォリオとして今後も磨き続けてください。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