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A324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2A3242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全13回（デモ＋本編12回）第10回・AI実践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自動化・ミニ制作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8CFC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安易に調べて、安易に使わない。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3886200"/>
            <a:ext cx="457200" cy="36576"/>
          </a:xfrm>
          <a:prstGeom prst="rect">
            <a:avLst/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C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思考力とAI実践を統合し、成果物を形にします。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C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この資料は動画のかわりに、自分のペースで進めるスライドです。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D3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0242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思考力とAI実践の統合として、簡単な自動化・ミニ制作を自分の手で動かす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10515600" cy="3291840"/>
          </a:xfrm>
          <a:prstGeom prst="roundRect">
            <a:avLst>
              <a:gd name="adj" fmla="val 2778"/>
            </a:avLst>
          </a:prstGeom>
          <a:solidFill>
            <a:srgbClr val="E9EBF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0120" y="2788920"/>
            <a:ext cx="109728" cy="109728"/>
          </a:xfrm>
          <a:prstGeom prst="ellipse">
            <a:avLst/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234440" y="2697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この講座全体で伝えてきたのは、「安易に調べて安易に使う」のではなく、自分で要件を考えてからAIに任せるという姿勢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0120" y="3566160"/>
            <a:ext cx="109728" cy="109728"/>
          </a:xfrm>
          <a:prstGeom prst="ellipse">
            <a:avLst/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234440" y="34747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この回では、それを実際に手を動かして体感する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第10回｜自動化・ミニ制作（AI実践）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D3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扱う内容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0242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自動化・ミニ制作の考え方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E9EBF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0120" y="2670048"/>
            <a:ext cx="457200" cy="457200"/>
          </a:xfrm>
          <a:prstGeom prst="ellipse">
            <a:avLst/>
          </a:prstGeom>
          <a:solidFill>
            <a:srgbClr val="1B2130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04288"/>
            <a:ext cx="923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42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身近な繰り返し作業の自動化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880360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フォーム集計・リマインダーなど、AIでどこまで自動化できるかの実例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E9EBF1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60120" y="4498848"/>
            <a:ext cx="457200" cy="457200"/>
          </a:xfrm>
          <a:prstGeom prst="ellipse">
            <a:avLst/>
          </a:prstGeom>
          <a:solidFill>
            <a:srgbClr val="1B213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133088"/>
            <a:ext cx="923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42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この講座全体の総復習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709160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自分で要件を考えてから、AIに任せるという一貫した姿勢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第10回｜自動化・ミニ制作（AI実践）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ここまでの統合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問いを立てる→AIに任せる、をひと通り通す。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2A3242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安易に調べて、安易に使う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6517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7CCD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AIに聞いて、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7CCD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そのまま採用する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09360" y="201168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58368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D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自分で決めてから、AIに任せる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要件を自分で考えてから、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AIに実行を任せる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7C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第1回から続けてきた「問いを磨く」姿勢を、ここでもう一度確認する。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第10回｜自動化・ミニ制作（AI実践）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D35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ワーク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42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簡単な自動化・ミニ制作を試作する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438912" cy="438912"/>
          </a:xfrm>
          <a:prstGeom prst="ellipse">
            <a:avLst/>
          </a:prstGeom>
          <a:solidFill>
            <a:srgbClr val="1B2130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8424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自分のテーマに関連する簡単な自動化・ミニ制作を1つ試作する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438912" cy="438912"/>
          </a:xfrm>
          <a:prstGeom prst="ellipse">
            <a:avLst/>
          </a:prstGeom>
          <a:solidFill>
            <a:srgbClr val="1B213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85292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難しければ、第9回の成果物をAIでさらに仕上げる作業でもよい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438912" cy="438912"/>
          </a:xfrm>
          <a:prstGeom prst="ellipse">
            <a:avLst/>
          </a:prstGeom>
          <a:solidFill>
            <a:srgbClr val="1B213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72160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完成した成果物を、発表・共有できる形に整える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F2E4E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14400" y="484632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72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アウトプット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120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完成した成果物（ES・提案書・研究計画・簡易ツールなど、本人のテーマに応じたもの）の最終版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第10回｜自動化・ミニ制作（AI実践）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114800" cy="4114800"/>
          </a:xfrm>
          <a:prstGeom prst="ellipse">
            <a:avLst/>
          </a:prstGeom>
          <a:solidFill>
            <a:srgbClr val="2A32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0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109728" cy="109728"/>
          </a:xfrm>
          <a:prstGeom prst="ellipse">
            <a:avLst/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43000" y="123444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4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思考力とAI実践は、分けるものではなく統合するもの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109728" cy="109728"/>
          </a:xfrm>
          <a:prstGeom prst="ellipse">
            <a:avLst/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01168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4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自分で要件を考えてから、AIに任せる姿勢を最後まで貫く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109728" cy="109728"/>
          </a:xfrm>
          <a:prstGeom prst="ellipse">
            <a:avLst/>
          </a:prstGeom>
          <a:solidFill>
            <a:srgbClr val="AD3527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143000" y="278892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4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完成した成果物は、就活・研究・事業のポートフォリオとして使っていく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10332720" cy="0"/>
          </a:xfrm>
          <a:prstGeom prst="line">
            <a:avLst/>
          </a:prstGeom>
          <a:noFill/>
          <a:ln w="19050">
            <a:solidFill>
              <a:srgbClr val="2A324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352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次回予告｜第11回：フィードバックを力に変える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3891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7C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他者からの指摘・添削を、次の問いの精度を上げる材料として使う回です。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2026-09-01T08:09:41Z</dcterms:created>
  <dcterms:modified xsi:type="dcterms:W3CDTF">2026-09-01T08:09:41Z</dcterms:modified>
</cp:coreProperties>
</file>