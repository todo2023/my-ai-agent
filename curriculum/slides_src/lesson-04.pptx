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全13回（デモ＋本編12回）第4回・AI実践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情報収集・要約のAI活用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「要約して」だけでは、弱い。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第3回の仮説をもとに、AIでの情報収集を深掘りします。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「当たり障りのない要約」で終わらせない聞き方を身につける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「要約して」とだけ頼むと、当たり障りのない要約しか返ってこない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聞き方を変えるだけで、AIから引き出せる情報の質は大きく変わる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第4回｜情報収集・要約のAI活用（AI実践）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深掘りするための聞き方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「要約して」が弱い理由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情報を薄く広くまとめるだけで、思考が深まらない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深掘りする聞き方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「反論できそうな点はどこか」「まだ誰も指摘していない前提はどれか」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第4回｜情報収集・要約のAI活用（AI実践）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聞き方を変えると、深さが変わる。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当たり障りのない要約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「この資料を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要約して」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深掘りする問い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「反論できそうな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ポイントはどこ?」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同じ資料でも、聞き方ひとつで持ち帰れる情報の深さが変わる。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第4回｜情報収集・要約のAI活用（AI実践）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仮説に関連する資料をAIで深掘りする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第3回で立てた仮説に関連する資料をAIに要約させる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「反論できそうな点」「まだ誰も指摘していない前提」を聞いて深掘りする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深掘り後の内容を、自分の言葉でメモにまとめる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深掘り後の要約メモ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第4回｜情報収集・要約のAI活用（AI実践）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「要約して」だけでは、当たり障りのない答えしか返ってこない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反論できる点・見落とされている前提を聞くと、深さが変わる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仮説を持っているからこそ、深掘りする問いが立てられる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次回予告｜第5回：リサーチ設計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一次情報と二次情報の使い分けを学びます。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2026-09-01T08:09:41Z</dcterms:created>
  <dcterms:modified xsi:type="dcterms:W3CDTF">2026-09-01T08:09:41Z</dcterms:modified>
</cp:coreProperties>
</file>