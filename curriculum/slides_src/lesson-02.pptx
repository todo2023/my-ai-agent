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全13回（デモ＋本編12回）第2回・AI実践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AIとの役割分担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任せる前に、決めておく。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第1回で磨いた問いを、実際にAIに投げてみる回です。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AIに「何を任せるか」「何を自分で決めるか」の線引きができるようになる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AIは万能ではない。得意なことと苦手なことがはっきり分かれている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その線引きができないまま使うと、AIの答えをそのまま鵜呑みにしてしまう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第2回｜AIとの役割分担（AI実践）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AIの得意・不得意を仕分ける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AIが得意なこと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情報整理、たたき台の作成、選択肢の洗い出し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AIが苦手なこと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価値判断、優先順位づけ、責任を伴う意思決定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第2回｜AIとの役割分担（AI実践）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同じ「相談」でも、任せ方が変わる。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AIに丸ごと任せる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「どの案がいいと思う?」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とだけ聞く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自分で線引きしてから任せる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「比較の材料を出して。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決めるのは自分でやる」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「AIに聞く前に自分で決めておくべきこと」を先にチェックリスト化しておくと、線引きがぶれない。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第2回｜AIとの役割分担（AI実践）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第1回の問いをAIに投げて、修正メモを作る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第1回で書き換えた問いを、そのままAIに入力する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返ってきた答えを読み、どこが「自分で判断すべき部分」かを洗い出す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AIの回答に対する自分なりの修正・補足をメモにまとめる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AIの回答に対する「自分の修正メモ」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第2回｜AIとの役割分担（AI実践）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AIには得意・不得意がはっきりある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任せる前に、自分で決めておくべきことを明確にする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AIの答えは鵜呑みにせず、修正が必要な部分を見極める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次回予告｜第3回：構造化・仮説構築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情報を集める前に、仮説を持てるようになる回です。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