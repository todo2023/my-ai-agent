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全13回（デモ＋本編12回）第9回・思考力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発表・アウトプット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話しながら探すのではなく、決めてから話す。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これまで作ってきた問い・仮説・文章を、発表用の形にまとめます。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これまで作ってきたものを、人に伝わる形にまとめる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良い中身があっても、伝わる構成でなければ評価されない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聞き手が何を評価しているかを意識した構成づくりが必要になる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伝わる発表の作り方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結論ファーストの発表構成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話しながら結論を探す発表は、聞き手を迷わせる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聞き手が評価する点を意識する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採用担当・教授・上司が何を見ているかを踏まえて構成する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構成の型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結論→根拠→締め、の順で組み立てる。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探しながら話す構成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背景→経緯→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結論はいつの間にか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決めてから話す構成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結論→根拠→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締めの順で伝える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結論を最初に決めてから、それを支える根拠を並べる。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発表用の構成を組み立てる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第7回・第8回で磨いた文章を、発表のベースとして用意する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結論→根拠→締めの順に構成を組み立てる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スライド1〜2枚分の骨子として書き出す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発表用の構成メモ、またはスライド1〜2枚分の骨子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良い中身も、伝わる構成がなければ評価されない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結論→根拠→締めの順で組み立てる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聞き手が何を評価しているかを意識する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次回予告｜第10回：自動化・ミニ制作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思考力とAI実践の統合として、簡単な自動化・ミニ制作を自分の手で動かす回です。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