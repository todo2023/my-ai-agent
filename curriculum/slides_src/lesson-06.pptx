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全13回（デモ＋本編12回）第6回・AI実践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データ整理・分析のAI活用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相関と因果を、混同しない。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集めたデータを、意思決定に使える形に整理します。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集めた情報・データをAIで整理し、意思決定に使える形にする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データはあっても、整理されていなければ意思決定には使えない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AIを使えば整理は速くなるが、解釈を誤ると逆に判断を誤らせる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第6回｜データ整理・分析のAI活用（AI実践）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データ整理で気をつけること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Excel・スプレッドシート×AI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集計・整理をAIに任せて、時間を短縮する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相関と因果を混同しない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「関係がある」ことと「原因である」ことは別物という最低限のリテラシー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第6回｜データ整理・分析のAI活用（AI実践）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「関係がある」と「原因である」は違う。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混同した解釈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「アイスの売上と水難事故の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件数が相関→アイスが原因」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正しい捉え方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「両方とも、気温という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共通の原因で動いている」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AIが出す相関関係を、そのまま因果関係として扱わないよう注意する。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第6回｜データ整理・分析のAI活用（AI実践）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自分のデータをAIで整理し、傾向を言語化する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自分が持っているデータ（アンケート・活動記録など）をAIに読み込ませる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AIに整理・集計をさせる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見えてきた傾向を、相関と因果を混同しないよう注意しながら一言でまとめる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整理後のデータ＋一言でまとめた傾向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第6回｜データ整理・分析のAI活用（AI実践）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データ整理はAIに任せて、時間を短縮できる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相関と因果を混同しないことが最低限のリテラシー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整理されたデータを、意思決定に使える形の一言に落とし込む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次回予告｜第7回：結論から書く・話す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結論を「決めてから」話す型を練習します。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2026-09-01T08:09:41Z</dcterms:created>
  <dcterms:modified xsi:type="dcterms:W3CDTF">2026-09-01T08:09:41Z</dcterms:modified>
</cp:coreProperties>
</file>