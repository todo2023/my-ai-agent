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全13回（デモ＋本編12回）第3回・思考力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構造化・仮説構築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仮説は、当てるためのものではない。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情報を集める前に、仮説を持つ習慣をつけます。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情報を集める前に、仮説を持てるようになる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仮説がないままリサーチすると、集めた情報に振り回される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仮説は「当てる」ためではなく「外す」ためのもの、という発想の転換が鍵になる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第3回｜構造化・仮説構築（思考力）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扱う内容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仮説を立てるための最低限の型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MECE・ロジックツリーの基本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前提知識として軽く扱う。漏れなく・重なりなく分解する考え方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1330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仮説は外すためのもの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091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外れた仮説の方が、次の問いの精度を上げてくれる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第3回｜構造化・仮説構築（思考力）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考え方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仮説への向き合い方を変える。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A32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当てにいく仮説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外れるのが怖くて、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仮説を立てられない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AD35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外しにいく仮説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根拠がなくてもいい。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まず立てて、検証する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「外れてもいい」と割り切ることで、初めて手が動くようになる。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第3回｜構造化・仮説構築（思考力）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根拠のない仮説を3つ立てる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自分のテーマについて、根拠がなくてもいいので仮説を3つ書き出す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52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それぞれの仮説について、どうすれば検証できるかを考える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21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検証方法を1〜2行のメモにまとめる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E4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846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仮説3つ＋それぞれの検証方法メモ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第3回｜構造化・仮説構築（思考力）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234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仮説は当てるためではなく、外すためのもの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011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MECE・ロジックツリーは、あくまで前提知識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788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根拠がなくても、まず仮説を立てることが出発点になる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次回予告｜第4回：情報収集・要約のAI活用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AIによる要約を「当たり障りのない要約」で終わらせない聞き方を練習します。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2026-09-01T08:22:22Z</dcterms:created>
  <dcterms:modified xsi:type="dcterms:W3CDTF">2026-09-01T08:22:22Z</dcterms:modified>
</cp:coreProperties>
</file>