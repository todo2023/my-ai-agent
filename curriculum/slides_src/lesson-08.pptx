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全13回（デモ＋本編12回）第8回・AI実践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文章生成・提案書支援のAI活用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8CFC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AIに書かせるのではなく、磨かせる。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457200" cy="36576"/>
          </a:xfrm>
          <a:prstGeom prst="rect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前回書き直した一文を、AIでさらに磨き込みます。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この資料は動画のかわりに、自分のペースで進めるスライドです。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AIに文章を「書かせる」のではなく「磨かせる」使い方を身につける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515600" cy="3291840"/>
          </a:xfrm>
          <a:prstGeom prst="roundRect">
            <a:avLst>
              <a:gd name="adj" fmla="val 2778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7889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234440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AIに丸ごと書かせると、自分の言葉ではなくなってしまう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35661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3444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下書きを自分の言葉に戻し、AIには「磨く」役割を任せるのが良い使い方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第8回｜文章生成・提案書支援のAI活用（AI実践）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扱う内容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AIに厳しくレビューさせる聞き方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6700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601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042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下書き→自分の言葉に戻す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8803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AIに作らせた下書きを、必ず自分の言葉で書き直す工程を挟む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44988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1330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厳しいレビューを引き出す聞き方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7091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「これで大丈夫?」ではなく「これがダメだとしたら理由トップ3は?」と聞く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第8回｜文章生成・提案書支援のAI活用（AI実践）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聞き方で、レビューの厳しさが変わる。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72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手加減されるレビュー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「これで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大丈夫ですか?」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本気のレビュー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「これがダメだとしたら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理由トップ3は?」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「大丈夫か」と聞くと、大体大丈夫だと言われてしまう。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第8回｜文章生成・提案書支援のAI活用（AI実践）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第7回の一文をAIに厳しくレビューさせる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842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第7回で書き直した一文をAIに読ませる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852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「これがダメだとしたら理由トップ3は?」と聞き、厳しいレビューを引き出す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721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指摘を踏まえて、一文をさらに磨く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2E4E0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14400" y="48463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7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120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完成した文章＋レビューで指摘された弱点メモ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第8回｜文章生成・提案書支援のAI活用（AI実践）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143000" y="12344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AIには「書かせる」のではなく「磨かせる」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143000" y="20116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下書きは必ず自分の言葉に戻す工程を挟む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43000" y="2788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厳しいレビューは、聞き方次第で引き出せる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0332720" cy="0"/>
          </a:xfrm>
          <a:prstGeom prst="line">
            <a:avLst/>
          </a:prstGeom>
          <a:noFill/>
          <a:ln w="19050">
            <a:solidFill>
              <a:srgbClr val="2A324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次回予告｜第9回：発表・アウトプット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89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ここまで磨いてきた文章を、人に伝わる形にまとめます。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2026-09-01T08:09:41Z</dcterms:created>
  <dcterms:modified xsi:type="dcterms:W3CDTF">2026-09-01T08:09:41Z</dcterms:modified>
</cp:coreProperties>
</file>